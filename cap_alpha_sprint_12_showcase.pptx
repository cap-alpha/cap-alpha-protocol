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Cap Alpha Protocol: The Future of Roster Capital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Quantitative Intelligence Engine for the $200B NFL Market</a:t>
            </a:r>
          </a:p>
          <a:p/>
          <a:p>
            <a:r>
              <a:t>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Inefficiency (The Conflict)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Problem: NFL GMs manage $250M+ annual budgets using anecdotal scouting and lagged media metrics.</a:t>
            </a:r>
          </a:p>
          <a:p>
            <a:pPr/>
            <a:r>
              <a:t>The Liability: A single $50M error in dead cap destroys a franchise's championship window.</a:t>
            </a:r>
          </a:p>
          <a:p>
            <a:pPr/>
            <a:r>
              <a:t>The Solution: Institutional-grade, real-time capital velocity tracking to mitigate catastrophic financial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Cap Alpha Oracle (Real-Time Hydration)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Evolution from 'Hobbyist Scripts' into a 'Regulatory-Grade Data Pipeline.'</a:t>
            </a:r>
          </a:p>
          <a:p>
            <a:pPr/>
            <a:r>
              <a:t>A fully autonomous, serverless engine driving unparalleled execution speed.</a:t>
            </a:r>
          </a:p>
          <a:p>
            <a:pPr/>
            <a:r>
              <a:t>Scans the Top 500 NFL Assets daily, monitoring for off-field volatility, hidden injury risk, and contract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Regulatory-Grade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Unstructured internet chatter is a liability; accountable intelligence is a proprietary asset.</a:t>
            </a:r>
          </a:p>
          <a:p>
            <a:pPr/>
            <a:r>
              <a:t>Immutable Auditability: Predictions and signals are hashed to a verifiable cryptographic ledger.</a:t>
            </a:r>
          </a:p>
          <a:p>
            <a:pPr/>
            <a:r>
              <a:t>We cannot hide our misses. This guarantees 100% honesty in our historical FMV projections.</a:t>
            </a:r>
          </a:p>
          <a:p>
            <a:pPr/>
            <a:r>
              <a:t>Institutional Confidence: Verifiable audit trails and source attribution for Front Office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Infrastructure Strategy (Efficiency &amp; Execution)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MotherDuck Integration: Deployed a sub-second latency cloud data warehouse.</a:t>
            </a:r>
          </a:p>
          <a:p>
            <a:pPr/>
            <a:r>
              <a:t>Lean Operations: Minimizing burn rate while maximizing execution speed through a decoupled serverless architecture.</a:t>
            </a:r>
          </a:p>
          <a:p>
            <a:pPr/>
            <a:r>
              <a:t>B2B Ready: Enterprise-grade authentication (Clerk) explicitly gating proprietary Roster Intel.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Capturing Value (Monetization &amp; Velocity)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Enterprise Play (B2B): Executive dashboards actively marketed as 'Insurance' for General Managers.</a:t>
            </a:r>
          </a:p>
          <a:p>
            <a:pPr/>
            <a:r>
              <a:t>Consumer Play (B2C): Premium subscription-access for the sophisticated, data-driven NFL bettor.</a:t>
            </a:r>
          </a:p>
          <a:p>
            <a:pPr/>
            <a:r>
              <a:t>The Next Move: Igniting the autonomous Reinforcement Learning flywheel to scale predictions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